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ab Khan" userId="4a445a499cb8c3d1" providerId="LiveId" clId="{68A40FF0-3F53-4752-A471-23B202537439}"/>
    <pc:docChg chg="modSld">
      <pc:chgData name="Zainab Khan" userId="4a445a499cb8c3d1" providerId="LiveId" clId="{68A40FF0-3F53-4752-A471-23B202537439}" dt="2026-02-05T14:25:37.159" v="5" actId="20577"/>
      <pc:docMkLst>
        <pc:docMk/>
      </pc:docMkLst>
      <pc:sldChg chg="modSp mod">
        <pc:chgData name="Zainab Khan" userId="4a445a499cb8c3d1" providerId="LiveId" clId="{68A40FF0-3F53-4752-A471-23B202537439}" dt="2026-02-05T14:25:37.159" v="5" actId="20577"/>
        <pc:sldMkLst>
          <pc:docMk/>
          <pc:sldMk cId="0" sldId="256"/>
        </pc:sldMkLst>
        <pc:spChg chg="mod">
          <ac:chgData name="Zainab Khan" userId="4a445a499cb8c3d1" providerId="LiveId" clId="{68A40FF0-3F53-4752-A471-23B202537439}" dt="2026-02-05T14:25:37.159" v="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 &amp; Retention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Week 8 Capstone Project </a:t>
            </a:r>
            <a:r>
              <a:rPr lang="en-US" dirty="0"/>
              <a:t>- </a:t>
            </a:r>
            <a:r>
              <a:rPr dirty="0"/>
              <a:t>Zainab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reduces long-term revenue</a:t>
            </a:r>
          </a:p>
          <a:p>
            <a:r>
              <a:t>High acquisition cost makes retention critical</a:t>
            </a:r>
          </a:p>
          <a:p>
            <a:r>
              <a:t>Goal: Identify why customers leave and prevent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behavior patterns</a:t>
            </a:r>
          </a:p>
          <a:p>
            <a:r>
              <a:t>Validate churn drivers using statistics</a:t>
            </a:r>
          </a:p>
          <a:p>
            <a:r>
              <a:t>Build predictive churn model</a:t>
            </a:r>
          </a:p>
          <a:p>
            <a:r>
              <a:t>Provide actionable retention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customer_churn.csv with 500 records</a:t>
            </a:r>
          </a:p>
          <a:p>
            <a:r>
              <a:t>Includes tenure, charges, contract, and churn status</a:t>
            </a:r>
          </a:p>
          <a:p>
            <a:r>
              <a:t>Cleaned and validated before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distribution examined</a:t>
            </a:r>
          </a:p>
          <a:p>
            <a:r>
              <a:t>Tenure, monthly charges, and contracts analyzed</a:t>
            </a:r>
          </a:p>
          <a:p>
            <a:r>
              <a:t>Correlation heatmap created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Behavioral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monthly charges increase churn risk</a:t>
            </a:r>
          </a:p>
          <a:p>
            <a:r>
              <a:t>Short tenure customers churn more</a:t>
            </a:r>
          </a:p>
          <a:p>
            <a:r>
              <a:t>Month-to-month contracts show highest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 testing performed on monthly charges</a:t>
            </a:r>
          </a:p>
          <a:p>
            <a:r>
              <a:t>Significant difference found between churn groups</a:t>
            </a:r>
          </a:p>
          <a:p>
            <a:r>
              <a:t>Confirms pricing impact on churn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used for churn prediction</a:t>
            </a:r>
          </a:p>
          <a:p>
            <a:r>
              <a:t>Features: tenure, monthly charges, total charges</a:t>
            </a:r>
          </a:p>
          <a:p>
            <a:r>
              <a:t>Model provides measurable classification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churn detection possible</a:t>
            </a:r>
          </a:p>
          <a:p>
            <a:r>
              <a:t>Targeted retention campaigns can be implemented</a:t>
            </a:r>
          </a:p>
          <a:p>
            <a:r>
              <a:t>Improved customer lifetime value expected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Offer loyalty discounts for high-charge customers</a:t>
            </a:r>
          </a:p>
          <a:p>
            <a:r>
              <a:t>Encourage long-term contracts</a:t>
            </a:r>
          </a:p>
          <a:p>
            <a:r>
              <a:t>Focus retention on first 6 months</a:t>
            </a:r>
          </a:p>
          <a:p>
            <a:r>
              <a:t>Use predictive model for proactive engagement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churn prediction model in CRM system</a:t>
            </a:r>
          </a:p>
          <a:p>
            <a:r>
              <a:t>Automate alerts for high-risk customers</a:t>
            </a:r>
          </a:p>
          <a:p>
            <a:r>
              <a:t>Monitor retention metrics monthly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churn analysis completed</a:t>
            </a:r>
          </a:p>
          <a:p>
            <a:r>
              <a:t>Key drivers statistically validated</a:t>
            </a:r>
          </a:p>
          <a:p>
            <a:r>
              <a:t>Actionable strategy ready for business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Customer Churn Prediction &amp; Retention Strategy</vt:lpstr>
      <vt:lpstr>Business Problem</vt:lpstr>
      <vt:lpstr>Project Objectives</vt:lpstr>
      <vt:lpstr>Dataset Overview</vt:lpstr>
      <vt:lpstr>Exploratory Data Analysis</vt:lpstr>
      <vt:lpstr>Key Behavioral Insights</vt:lpstr>
      <vt:lpstr>Statistical Validation</vt:lpstr>
      <vt:lpstr>Predictive Modeling</vt:lpstr>
      <vt:lpstr>Business Impact</vt:lpstr>
      <vt:lpstr>Retention Recommendations</vt:lpstr>
      <vt:lpstr>Implementation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Zainab Khan</cp:lastModifiedBy>
  <cp:revision>1</cp:revision>
  <dcterms:created xsi:type="dcterms:W3CDTF">2013-01-27T09:14:16Z</dcterms:created>
  <dcterms:modified xsi:type="dcterms:W3CDTF">2026-02-05T14:25:47Z</dcterms:modified>
  <cp:category/>
</cp:coreProperties>
</file>